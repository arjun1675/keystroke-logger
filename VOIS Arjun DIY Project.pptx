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5"/>
  </p:notesMasterIdLst>
  <p:handoutMasterIdLst>
    <p:handoutMasterId r:id="rId16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0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BF0CCE-ACCD-46F4-B2A2-2B54D5871777}" v="65" dt="2026-03-31T17:18:44.555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75" d="100"/>
          <a:sy n="75" d="100"/>
        </p:scale>
        <p:origin x="67" y="36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THATIKONDA" userId="ebbb6f827c31f5cc" providerId="LiveId" clId="{F2DDF2EC-137C-46B8-A4F7-E53684CF9C6C}"/>
    <pc:docChg chg="undo redo custSel addSld modSld">
      <pc:chgData name="ARJUN THATIKONDA" userId="ebbb6f827c31f5cc" providerId="LiveId" clId="{F2DDF2EC-137C-46B8-A4F7-E53684CF9C6C}" dt="2026-03-31T17:18:51.371" v="211" actId="1076"/>
      <pc:docMkLst>
        <pc:docMk/>
      </pc:docMkLst>
      <pc:sldChg chg="addSp delSp modSp mod delAnim">
        <pc:chgData name="ARJUN THATIKONDA" userId="ebbb6f827c31f5cc" providerId="LiveId" clId="{F2DDF2EC-137C-46B8-A4F7-E53684CF9C6C}" dt="2026-03-31T17:15:20.519" v="162" actId="14100"/>
        <pc:sldMkLst>
          <pc:docMk/>
          <pc:sldMk cId="1341901065" sldId="302"/>
        </pc:sldMkLst>
        <pc:spChg chg="del">
          <ac:chgData name="ARJUN THATIKONDA" userId="ebbb6f827c31f5cc" providerId="LiveId" clId="{F2DDF2EC-137C-46B8-A4F7-E53684CF9C6C}" dt="2026-03-31T16:43:17.706" v="30" actId="478"/>
          <ac:spMkLst>
            <pc:docMk/>
            <pc:sldMk cId="1341901065" sldId="302"/>
            <ac:spMk id="7" creationId="{B21C28F5-3CA3-4B78-B5C9-550C00BB3174}"/>
          </ac:spMkLst>
        </pc:spChg>
        <pc:graphicFrameChg chg="add del mod">
          <ac:chgData name="ARJUN THATIKONDA" userId="ebbb6f827c31f5cc" providerId="LiveId" clId="{F2DDF2EC-137C-46B8-A4F7-E53684CF9C6C}" dt="2026-03-31T17:13:21.097" v="115" actId="478"/>
          <ac:graphicFrameMkLst>
            <pc:docMk/>
            <pc:sldMk cId="1341901065" sldId="302"/>
            <ac:graphicFrameMk id="3" creationId="{7269E1E2-1744-C977-3397-9D3B957D2BBF}"/>
          </ac:graphicFrameMkLst>
        </pc:graphicFrameChg>
        <pc:graphicFrameChg chg="add mod modGraphic">
          <ac:chgData name="ARJUN THATIKONDA" userId="ebbb6f827c31f5cc" providerId="LiveId" clId="{F2DDF2EC-137C-46B8-A4F7-E53684CF9C6C}" dt="2026-03-31T17:15:20.519" v="162" actId="14100"/>
          <ac:graphicFrameMkLst>
            <pc:docMk/>
            <pc:sldMk cId="1341901065" sldId="302"/>
            <ac:graphicFrameMk id="4" creationId="{9B27E7BF-BCCA-0E7D-AD3B-5AFEF6C84486}"/>
          </ac:graphicFrameMkLst>
        </pc:graphicFrameChg>
      </pc:sldChg>
      <pc:sldChg chg="delSp modSp mod">
        <pc:chgData name="ARJUN THATIKONDA" userId="ebbb6f827c31f5cc" providerId="LiveId" clId="{F2DDF2EC-137C-46B8-A4F7-E53684CF9C6C}" dt="2026-03-31T17:18:09.145" v="193" actId="1076"/>
        <pc:sldMkLst>
          <pc:docMk/>
          <pc:sldMk cId="3401748718" sldId="304"/>
        </pc:sldMkLst>
        <pc:spChg chg="mod">
          <ac:chgData name="ARJUN THATIKONDA" userId="ebbb6f827c31f5cc" providerId="LiveId" clId="{F2DDF2EC-137C-46B8-A4F7-E53684CF9C6C}" dt="2026-03-31T17:18:09.145" v="193" actId="1076"/>
          <ac:spMkLst>
            <pc:docMk/>
            <pc:sldMk cId="3401748718" sldId="304"/>
            <ac:spMk id="3" creationId="{D88C20CF-C1EE-4092-B52D-FD4AB2AB2508}"/>
          </ac:spMkLst>
        </pc:spChg>
        <pc:spChg chg="del">
          <ac:chgData name="ARJUN THATIKONDA" userId="ebbb6f827c31f5cc" providerId="LiveId" clId="{F2DDF2EC-137C-46B8-A4F7-E53684CF9C6C}" dt="2026-03-31T16:43:29.146" v="33" actId="478"/>
          <ac:spMkLst>
            <pc:docMk/>
            <pc:sldMk cId="3401748718" sldId="304"/>
            <ac:spMk id="12" creationId="{BC277FD7-925B-4C3D-A364-118403201507}"/>
          </ac:spMkLst>
        </pc:spChg>
      </pc:sldChg>
      <pc:sldChg chg="addSp modSp mod">
        <pc:chgData name="ARJUN THATIKONDA" userId="ebbb6f827c31f5cc" providerId="LiveId" clId="{F2DDF2EC-137C-46B8-A4F7-E53684CF9C6C}" dt="2026-03-31T17:11:42.741" v="97" actId="1076"/>
        <pc:sldMkLst>
          <pc:docMk/>
          <pc:sldMk cId="3696770303" sldId="315"/>
        </pc:sldMkLst>
        <pc:spChg chg="mod">
          <ac:chgData name="ARJUN THATIKONDA" userId="ebbb6f827c31f5cc" providerId="LiveId" clId="{F2DDF2EC-137C-46B8-A4F7-E53684CF9C6C}" dt="2026-03-31T16:43:06.379" v="28" actId="20577"/>
          <ac:spMkLst>
            <pc:docMk/>
            <pc:sldMk cId="3696770303" sldId="315"/>
            <ac:spMk id="3" creationId="{EBF2FBC7-3552-4F01-BB27-8BEEE74F7277}"/>
          </ac:spMkLst>
        </pc:spChg>
        <pc:spChg chg="add mod">
          <ac:chgData name="ARJUN THATIKONDA" userId="ebbb6f827c31f5cc" providerId="LiveId" clId="{F2DDF2EC-137C-46B8-A4F7-E53684CF9C6C}" dt="2026-03-31T17:11:42.741" v="97" actId="1076"/>
          <ac:spMkLst>
            <pc:docMk/>
            <pc:sldMk cId="3696770303" sldId="315"/>
            <ac:spMk id="4" creationId="{677B5324-5996-4D6B-A3A8-CF3476AD07CD}"/>
          </ac:spMkLst>
        </pc:spChg>
      </pc:sldChg>
      <pc:sldChg chg="addSp delSp modSp mod delAnim">
        <pc:chgData name="ARJUN THATIKONDA" userId="ebbb6f827c31f5cc" providerId="LiveId" clId="{F2DDF2EC-137C-46B8-A4F7-E53684CF9C6C}" dt="2026-03-31T17:11:21.279" v="91" actId="1076"/>
        <pc:sldMkLst>
          <pc:docMk/>
          <pc:sldMk cId="3098548442" sldId="327"/>
        </pc:sldMkLst>
        <pc:spChg chg="add">
          <ac:chgData name="ARJUN THATIKONDA" userId="ebbb6f827c31f5cc" providerId="LiveId" clId="{F2DDF2EC-137C-46B8-A4F7-E53684CF9C6C}" dt="2026-03-31T17:10:44.383" v="76"/>
          <ac:spMkLst>
            <pc:docMk/>
            <pc:sldMk cId="3098548442" sldId="327"/>
            <ac:spMk id="2" creationId="{13F0D63E-9A1E-E47D-EC66-B6269FE62C15}"/>
          </ac:spMkLst>
        </pc:spChg>
        <pc:spChg chg="del">
          <ac:chgData name="ARJUN THATIKONDA" userId="ebbb6f827c31f5cc" providerId="LiveId" clId="{F2DDF2EC-137C-46B8-A4F7-E53684CF9C6C}" dt="2026-03-31T16:52:28.209" v="34" actId="478"/>
          <ac:spMkLst>
            <pc:docMk/>
            <pc:sldMk cId="3098548442" sldId="327"/>
            <ac:spMk id="2" creationId="{E46E4DD1-270B-4C80-AFF0-EB26F132AF36}"/>
          </ac:spMkLst>
        </pc:spChg>
        <pc:spChg chg="add del mod">
          <ac:chgData name="ARJUN THATIKONDA" userId="ebbb6f827c31f5cc" providerId="LiveId" clId="{F2DDF2EC-137C-46B8-A4F7-E53684CF9C6C}" dt="2026-03-31T17:10:58.223" v="82" actId="22"/>
          <ac:spMkLst>
            <pc:docMk/>
            <pc:sldMk cId="3098548442" sldId="327"/>
            <ac:spMk id="7" creationId="{4C8C1515-9717-30EB-A8C0-84DBD32E3928}"/>
          </ac:spMkLst>
        </pc:spChg>
        <pc:spChg chg="add">
          <ac:chgData name="ARJUN THATIKONDA" userId="ebbb6f827c31f5cc" providerId="LiveId" clId="{F2DDF2EC-137C-46B8-A4F7-E53684CF9C6C}" dt="2026-03-31T17:11:00.224" v="83"/>
          <ac:spMkLst>
            <pc:docMk/>
            <pc:sldMk cId="3098548442" sldId="327"/>
            <ac:spMk id="8" creationId="{70396B5F-D45D-8856-093C-6C9556FCC2F0}"/>
          </ac:spMkLst>
        </pc:spChg>
        <pc:spChg chg="add mod">
          <ac:chgData name="ARJUN THATIKONDA" userId="ebbb6f827c31f5cc" providerId="LiveId" clId="{F2DDF2EC-137C-46B8-A4F7-E53684CF9C6C}" dt="2026-03-31T17:11:21.279" v="91" actId="1076"/>
          <ac:spMkLst>
            <pc:docMk/>
            <pc:sldMk cId="3098548442" sldId="327"/>
            <ac:spMk id="10" creationId="{9A030553-ED73-FFFB-8BF2-17F69A93C7A9}"/>
          </ac:spMkLst>
        </pc:spChg>
      </pc:sldChg>
      <pc:sldChg chg="addSp delSp modSp mod delAnim">
        <pc:chgData name="ARJUN THATIKONDA" userId="ebbb6f827c31f5cc" providerId="LiveId" clId="{F2DDF2EC-137C-46B8-A4F7-E53684CF9C6C}" dt="2026-03-31T17:12:31.011" v="109" actId="1076"/>
        <pc:sldMkLst>
          <pc:docMk/>
          <pc:sldMk cId="48075006" sldId="329"/>
        </pc:sldMkLst>
        <pc:spChg chg="del">
          <ac:chgData name="ARJUN THATIKONDA" userId="ebbb6f827c31f5cc" providerId="LiveId" clId="{F2DDF2EC-137C-46B8-A4F7-E53684CF9C6C}" dt="2026-03-31T16:43:13.435" v="29" actId="478"/>
          <ac:spMkLst>
            <pc:docMk/>
            <pc:sldMk cId="48075006" sldId="329"/>
            <ac:spMk id="2" creationId="{664E3B60-2780-459A-8583-F095D5E7463A}"/>
          </ac:spMkLst>
        </pc:spChg>
        <pc:spChg chg="add mod">
          <ac:chgData name="ARJUN THATIKONDA" userId="ebbb6f827c31f5cc" providerId="LiveId" clId="{F2DDF2EC-137C-46B8-A4F7-E53684CF9C6C}" dt="2026-03-31T17:12:31.011" v="109" actId="1076"/>
          <ac:spMkLst>
            <pc:docMk/>
            <pc:sldMk cId="48075006" sldId="329"/>
            <ac:spMk id="2" creationId="{A5BC98C2-F107-FEF7-97BB-AAC0EA02FA08}"/>
          </ac:spMkLst>
        </pc:spChg>
      </pc:sldChg>
      <pc:sldChg chg="addSp delSp modSp mod delAnim modAnim">
        <pc:chgData name="ARJUN THATIKONDA" userId="ebbb6f827c31f5cc" providerId="LiveId" clId="{F2DDF2EC-137C-46B8-A4F7-E53684CF9C6C}" dt="2026-03-31T17:16:14.005" v="176" actId="1076"/>
        <pc:sldMkLst>
          <pc:docMk/>
          <pc:sldMk cId="1604013440" sldId="338"/>
        </pc:sldMkLst>
        <pc:spChg chg="del">
          <ac:chgData name="ARJUN THATIKONDA" userId="ebbb6f827c31f5cc" providerId="LiveId" clId="{F2DDF2EC-137C-46B8-A4F7-E53684CF9C6C}" dt="2026-03-31T16:41:49.596" v="0" actId="478"/>
          <ac:spMkLst>
            <pc:docMk/>
            <pc:sldMk cId="1604013440" sldId="338"/>
            <ac:spMk id="2" creationId="{7201737A-B873-4D1D-8A41-5ABF5184BC8F}"/>
          </ac:spMkLst>
        </pc:spChg>
        <pc:spChg chg="mod">
          <ac:chgData name="ARJUN THATIKONDA" userId="ebbb6f827c31f5cc" providerId="LiveId" clId="{F2DDF2EC-137C-46B8-A4F7-E53684CF9C6C}" dt="2026-03-31T17:16:03.395" v="173" actId="1076"/>
          <ac:spMkLst>
            <pc:docMk/>
            <pc:sldMk cId="1604013440" sldId="338"/>
            <ac:spMk id="4" creationId="{92056599-CDAA-4367-BEF8-31D6E32518C8}"/>
          </ac:spMkLst>
        </pc:spChg>
        <pc:spChg chg="add del mod">
          <ac:chgData name="ARJUN THATIKONDA" userId="ebbb6f827c31f5cc" providerId="LiveId" clId="{F2DDF2EC-137C-46B8-A4F7-E53684CF9C6C}" dt="2026-03-31T16:41:51.832" v="1" actId="478"/>
          <ac:spMkLst>
            <pc:docMk/>
            <pc:sldMk cId="1604013440" sldId="338"/>
            <ac:spMk id="5" creationId="{F5683DAE-FD38-9A5B-D93D-F88B97E1CBFA}"/>
          </ac:spMkLst>
        </pc:spChg>
        <pc:spChg chg="add del">
          <ac:chgData name="ARJUN THATIKONDA" userId="ebbb6f827c31f5cc" providerId="LiveId" clId="{F2DDF2EC-137C-46B8-A4F7-E53684CF9C6C}" dt="2026-03-31T16:41:54.484" v="3" actId="22"/>
          <ac:spMkLst>
            <pc:docMk/>
            <pc:sldMk cId="1604013440" sldId="338"/>
            <ac:spMk id="8" creationId="{905C43B7-08BA-2517-47D1-393A74A8778C}"/>
          </ac:spMkLst>
        </pc:spChg>
        <pc:spChg chg="add mod">
          <ac:chgData name="ARJUN THATIKONDA" userId="ebbb6f827c31f5cc" providerId="LiveId" clId="{F2DDF2EC-137C-46B8-A4F7-E53684CF9C6C}" dt="2026-03-31T17:16:06.334" v="174" actId="1076"/>
          <ac:spMkLst>
            <pc:docMk/>
            <pc:sldMk cId="1604013440" sldId="338"/>
            <ac:spMk id="10" creationId="{CA35335F-4623-368F-AB4C-ECEC3E18E861}"/>
          </ac:spMkLst>
        </pc:spChg>
        <pc:spChg chg="add mod">
          <ac:chgData name="ARJUN THATIKONDA" userId="ebbb6f827c31f5cc" providerId="LiveId" clId="{F2DDF2EC-137C-46B8-A4F7-E53684CF9C6C}" dt="2026-03-31T17:16:14.005" v="176" actId="1076"/>
          <ac:spMkLst>
            <pc:docMk/>
            <pc:sldMk cId="1604013440" sldId="338"/>
            <ac:spMk id="12" creationId="{DB838B81-A649-861C-6BFA-E7C1ECFB3BB9}"/>
          </ac:spMkLst>
        </pc:spChg>
        <pc:spChg chg="add mod">
          <ac:chgData name="ARJUN THATIKONDA" userId="ebbb6f827c31f5cc" providerId="LiveId" clId="{F2DDF2EC-137C-46B8-A4F7-E53684CF9C6C}" dt="2026-03-31T17:16:10.870" v="175" actId="1076"/>
          <ac:spMkLst>
            <pc:docMk/>
            <pc:sldMk cId="1604013440" sldId="338"/>
            <ac:spMk id="14" creationId="{F04D7C86-8A15-3FB8-0404-BE7F1C5ABC9A}"/>
          </ac:spMkLst>
        </pc:spChg>
      </pc:sldChg>
      <pc:sldChg chg="addSp delSp modSp mod delAnim">
        <pc:chgData name="ARJUN THATIKONDA" userId="ebbb6f827c31f5cc" providerId="LiveId" clId="{F2DDF2EC-137C-46B8-A4F7-E53684CF9C6C}" dt="2026-03-31T16:53:55.854" v="50" actId="1076"/>
        <pc:sldMkLst>
          <pc:docMk/>
          <pc:sldMk cId="1086225493" sldId="339"/>
        </pc:sldMkLst>
        <pc:spChg chg="add del mod">
          <ac:chgData name="ARJUN THATIKONDA" userId="ebbb6f827c31f5cc" providerId="LiveId" clId="{F2DDF2EC-137C-46B8-A4F7-E53684CF9C6C}" dt="2026-03-31T16:43:25.007" v="32" actId="478"/>
          <ac:spMkLst>
            <pc:docMk/>
            <pc:sldMk cId="1086225493" sldId="339"/>
            <ac:spMk id="3" creationId="{87797FEB-E715-E4B3-CBF5-89070D0532A7}"/>
          </ac:spMkLst>
        </pc:spChg>
        <pc:spChg chg="del">
          <ac:chgData name="ARJUN THATIKONDA" userId="ebbb6f827c31f5cc" providerId="LiveId" clId="{F2DDF2EC-137C-46B8-A4F7-E53684CF9C6C}" dt="2026-03-31T16:43:21.857" v="31" actId="478"/>
          <ac:spMkLst>
            <pc:docMk/>
            <pc:sldMk cId="1086225493" sldId="339"/>
            <ac:spMk id="10" creationId="{B19D8AC7-3787-4ADB-9212-0808F015C2DD}"/>
          </ac:spMkLst>
        </pc:spChg>
        <pc:picChg chg="add del mod">
          <ac:chgData name="ARJUN THATIKONDA" userId="ebbb6f827c31f5cc" providerId="LiveId" clId="{F2DDF2EC-137C-46B8-A4F7-E53684CF9C6C}" dt="2026-03-31T16:53:55.854" v="50" actId="1076"/>
          <ac:picMkLst>
            <pc:docMk/>
            <pc:sldMk cId="1086225493" sldId="339"/>
            <ac:picMk id="11" creationId="{C472B456-4121-9034-8BAE-7AEAEFC9FE48}"/>
          </ac:picMkLst>
        </pc:picChg>
      </pc:sldChg>
      <pc:sldChg chg="addSp delSp modSp add mod">
        <pc:chgData name="ARJUN THATIKONDA" userId="ebbb6f827c31f5cc" providerId="LiveId" clId="{F2DDF2EC-137C-46B8-A4F7-E53684CF9C6C}" dt="2026-03-31T17:18:51.371" v="211" actId="1076"/>
        <pc:sldMkLst>
          <pc:docMk/>
          <pc:sldMk cId="1037570793" sldId="340"/>
        </pc:sldMkLst>
        <pc:spChg chg="add mod">
          <ac:chgData name="ARJUN THATIKONDA" userId="ebbb6f827c31f5cc" providerId="LiveId" clId="{F2DDF2EC-137C-46B8-A4F7-E53684CF9C6C}" dt="2026-03-31T17:18:51.371" v="211" actId="1076"/>
          <ac:spMkLst>
            <pc:docMk/>
            <pc:sldMk cId="1037570793" sldId="340"/>
            <ac:spMk id="2" creationId="{A29E50C5-C6EC-F867-2CEF-9050A301690D}"/>
          </ac:spMkLst>
        </pc:spChg>
        <pc:picChg chg="add del mod">
          <ac:chgData name="ARJUN THATIKONDA" userId="ebbb6f827c31f5cc" providerId="LiveId" clId="{F2DDF2EC-137C-46B8-A4F7-E53684CF9C6C}" dt="2026-03-31T16:53:56.347" v="51" actId="931"/>
          <ac:picMkLst>
            <pc:docMk/>
            <pc:sldMk cId="1037570793" sldId="340"/>
            <ac:picMk id="3" creationId="{4D3F9FA7-F8AE-BB9C-CA36-A72B7BAD57B9}"/>
          </ac:picMkLst>
        </pc:picChg>
        <pc:picChg chg="add del">
          <ac:chgData name="ARJUN THATIKONDA" userId="ebbb6f827c31f5cc" providerId="LiveId" clId="{F2DDF2EC-137C-46B8-A4F7-E53684CF9C6C}" dt="2026-03-31T16:53:59.408" v="53" actId="22"/>
          <ac:picMkLst>
            <pc:docMk/>
            <pc:sldMk cId="1037570793" sldId="340"/>
            <ac:picMk id="10" creationId="{43BE2E53-2822-66CA-48E6-ACB26ED79571}"/>
          </ac:picMkLst>
        </pc:picChg>
      </pc:sldChg>
      <pc:sldChg chg="addSp modSp add mod">
        <pc:chgData name="ARJUN THATIKONDA" userId="ebbb6f827c31f5cc" providerId="LiveId" clId="{F2DDF2EC-137C-46B8-A4F7-E53684CF9C6C}" dt="2026-03-31T17:17:37.164" v="185" actId="1076"/>
        <pc:sldMkLst>
          <pc:docMk/>
          <pc:sldMk cId="3901367752" sldId="341"/>
        </pc:sldMkLst>
        <pc:spChg chg="mod">
          <ac:chgData name="ARJUN THATIKONDA" userId="ebbb6f827c31f5cc" providerId="LiveId" clId="{F2DDF2EC-137C-46B8-A4F7-E53684CF9C6C}" dt="2026-03-31T17:17:37.164" v="185" actId="1076"/>
          <ac:spMkLst>
            <pc:docMk/>
            <pc:sldMk cId="3901367752" sldId="341"/>
            <ac:spMk id="9" creationId="{83F3108D-DFDB-C25B-F3AE-EFA9F0D7C40D}"/>
          </ac:spMkLst>
        </pc:spChg>
        <pc:picChg chg="add mod">
          <ac:chgData name="ARJUN THATIKONDA" userId="ebbb6f827c31f5cc" providerId="LiveId" clId="{F2DDF2EC-137C-46B8-A4F7-E53684CF9C6C}" dt="2026-03-31T16:54:22.313" v="59" actId="1076"/>
          <ac:picMkLst>
            <pc:docMk/>
            <pc:sldMk cId="3901367752" sldId="341"/>
            <ac:picMk id="3" creationId="{21B0434B-4A5F-5BB8-8962-A8A2CAF1834B}"/>
          </ac:picMkLst>
        </pc:picChg>
      </pc:sldChg>
      <pc:sldChg chg="addSp modSp add mod">
        <pc:chgData name="ARJUN THATIKONDA" userId="ebbb6f827c31f5cc" providerId="LiveId" clId="{F2DDF2EC-137C-46B8-A4F7-E53684CF9C6C}" dt="2026-03-31T17:18:32.673" v="201" actId="1076"/>
        <pc:sldMkLst>
          <pc:docMk/>
          <pc:sldMk cId="1366374180" sldId="342"/>
        </pc:sldMkLst>
        <pc:spChg chg="add mod">
          <ac:chgData name="ARJUN THATIKONDA" userId="ebbb6f827c31f5cc" providerId="LiveId" clId="{F2DDF2EC-137C-46B8-A4F7-E53684CF9C6C}" dt="2026-03-31T17:18:32.673" v="201" actId="1076"/>
          <ac:spMkLst>
            <pc:docMk/>
            <pc:sldMk cId="1366374180" sldId="342"/>
            <ac:spMk id="2" creationId="{249BD377-7B6C-58F2-AAE3-BF5642B0200A}"/>
          </ac:spMkLst>
        </pc:spChg>
        <pc:picChg chg="add mod">
          <ac:chgData name="ARJUN THATIKONDA" userId="ebbb6f827c31f5cc" providerId="LiveId" clId="{F2DDF2EC-137C-46B8-A4F7-E53684CF9C6C}" dt="2026-03-31T16:54:33.966" v="62" actId="1076"/>
          <ac:picMkLst>
            <pc:docMk/>
            <pc:sldMk cId="1366374180" sldId="342"/>
            <ac:picMk id="3" creationId="{F047437B-5331-47C7-1A21-EB96A0D33E1C}"/>
          </ac:picMkLst>
        </pc:picChg>
        <pc:picChg chg="add mod">
          <ac:chgData name="ARJUN THATIKONDA" userId="ebbb6f827c31f5cc" providerId="LiveId" clId="{F2DDF2EC-137C-46B8-A4F7-E53684CF9C6C}" dt="2026-03-31T16:54:41.822" v="65" actId="1076"/>
          <ac:picMkLst>
            <pc:docMk/>
            <pc:sldMk cId="1366374180" sldId="342"/>
            <ac:picMk id="10" creationId="{12038FA8-927A-64A5-488A-E45DE67D0D8A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3/31/2026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3/31/2026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JUN1675/KeyStroke-Logger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JUN1675/KeyStroke-Logger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JUN1675/KeyStroke-Logger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JUN1675/KeyStroke-Logger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5750" y="2524953"/>
            <a:ext cx="8571530" cy="743448"/>
          </a:xfrm>
        </p:spPr>
        <p:txBody>
          <a:bodyPr>
            <a:noAutofit/>
          </a:bodyPr>
          <a:lstStyle/>
          <a:p>
            <a:r>
              <a:rPr lang="en-GB" sz="3600" b="1" dirty="0"/>
              <a:t>Project Title - Keystroke Logging</a:t>
            </a:r>
            <a:endParaRPr lang="en-IN" sz="36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A35335F-4623-368F-AB4C-ECEC3E18E861}"/>
              </a:ext>
            </a:extLst>
          </p:cNvPr>
          <p:cNvSpPr txBox="1"/>
          <p:nvPr/>
        </p:nvSpPr>
        <p:spPr>
          <a:xfrm>
            <a:off x="3045460" y="3306257"/>
            <a:ext cx="6101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Student Name: </a:t>
            </a:r>
            <a:r>
              <a:rPr lang="en-IN" sz="2400" dirty="0" err="1"/>
              <a:t>Thatikonda</a:t>
            </a:r>
            <a:r>
              <a:rPr lang="en-IN" sz="2400" dirty="0"/>
              <a:t> Arjun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838B81-A649-861C-6BFA-E7C1ECFB3BB9}"/>
              </a:ext>
            </a:extLst>
          </p:cNvPr>
          <p:cNvSpPr txBox="1"/>
          <p:nvPr/>
        </p:nvSpPr>
        <p:spPr>
          <a:xfrm>
            <a:off x="3045460" y="3857376"/>
            <a:ext cx="6101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AICTE ID: STU68edc85df2a941760413789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4D7C86-8A15-3FB8-0404-BE7F1C5ABC9A}"/>
              </a:ext>
            </a:extLst>
          </p:cNvPr>
          <p:cNvSpPr txBox="1"/>
          <p:nvPr/>
        </p:nvSpPr>
        <p:spPr>
          <a:xfrm>
            <a:off x="3045460" y="4408495"/>
            <a:ext cx="6101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College Name – GITAM University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A030553-ED73-FFFB-8BF2-17F69A93C7A9}"/>
              </a:ext>
            </a:extLst>
          </p:cNvPr>
          <p:cNvSpPr txBox="1"/>
          <p:nvPr/>
        </p:nvSpPr>
        <p:spPr>
          <a:xfrm>
            <a:off x="909637" y="1711634"/>
            <a:ext cx="570452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This project focuses on developing a simple and lightweight Python-based keystroke logger to monitor keyboard activity for educational and controlled use. It records keystrokes in both plain text and structured JSON formats while providing an easy-to-use GUI interface. The aim is to offer a more accessible and organized alternative to complex existing tools.</a:t>
            </a:r>
          </a:p>
        </p:txBody>
      </p:sp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7B5324-5996-4D6B-A3A8-CF3476AD07CD}"/>
              </a:ext>
            </a:extLst>
          </p:cNvPr>
          <p:cNvSpPr txBox="1"/>
          <p:nvPr/>
        </p:nvSpPr>
        <p:spPr>
          <a:xfrm>
            <a:off x="660399" y="1886079"/>
            <a:ext cx="610108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This project is a Python-based Keystroke Logger built using </a:t>
            </a:r>
            <a:r>
              <a:rPr lang="en-US" sz="2000" dirty="0" err="1">
                <a:latin typeface="Courier New" panose="02070309020205020404" pitchFamily="49" charset="0"/>
              </a:rPr>
              <a:t>tkinter</a:t>
            </a:r>
            <a:r>
              <a:rPr lang="en-US" sz="2000" dirty="0"/>
              <a:t> for the GUI, </a:t>
            </a:r>
            <a:r>
              <a:rPr lang="en-US" sz="2000" dirty="0" err="1">
                <a:latin typeface="Courier New" panose="02070309020205020404" pitchFamily="49" charset="0"/>
              </a:rPr>
              <a:t>pynput</a:t>
            </a:r>
            <a:r>
              <a:rPr lang="en-US" sz="2000" dirty="0"/>
              <a:t> for keyboard event listening, and </a:t>
            </a:r>
            <a:r>
              <a:rPr lang="en-US" sz="2000" dirty="0" err="1">
                <a:latin typeface="Courier New" panose="02070309020205020404" pitchFamily="49" charset="0"/>
              </a:rPr>
              <a:t>json</a:t>
            </a:r>
            <a:r>
              <a:rPr lang="en-US" sz="2000" dirty="0"/>
              <a:t> for structured data storage. When the user clicks "Start Keylogger," the application begins listening to all keyboard events — detecting when a key is Pressed, Held, or Released. All keystrokes are simultaneously saved to two output files: </a:t>
            </a:r>
            <a:r>
              <a:rPr lang="en-US" sz="2000" dirty="0">
                <a:latin typeface="Courier New" panose="02070309020205020404" pitchFamily="49" charset="0"/>
              </a:rPr>
              <a:t>logs.txt</a:t>
            </a:r>
            <a:r>
              <a:rPr lang="en-US" sz="2000" dirty="0"/>
              <a:t> (plain text) and </a:t>
            </a:r>
            <a:r>
              <a:rPr lang="en-US" sz="2000" dirty="0" err="1">
                <a:latin typeface="Courier New" panose="02070309020205020404" pitchFamily="49" charset="0"/>
              </a:rPr>
              <a:t>logs.json</a:t>
            </a:r>
            <a:r>
              <a:rPr lang="en-US" sz="2000" dirty="0"/>
              <a:t> (structured JSON). The application runs on Windows and is designed for educational and monitoring purposes.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5BC98C2-F107-FEF7-97BB-AAC0EA02F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08" y="2065734"/>
            <a:ext cx="7325360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monitor children's keyboard activity and ensure online safety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Employers / IT Administrators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track employee activity on company-owned systems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Students &amp; Researchers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understand how keyloggers work for ethical hacking and defensive security education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Forensic Analysts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retrieve keystroke evidence during digital investigations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 Administrators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To audit and troubleshoot user behavior on monitored systems 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B27E7BF-BCCA-0E7D-AD3B-5AFEF6C844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744500"/>
              </p:ext>
            </p:extLst>
          </p:nvPr>
        </p:nvGraphicFramePr>
        <p:xfrm>
          <a:off x="1595119" y="1605280"/>
          <a:ext cx="7731762" cy="286512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3865881">
                  <a:extLst>
                    <a:ext uri="{9D8B030D-6E8A-4147-A177-3AD203B41FA5}">
                      <a16:colId xmlns:a16="http://schemas.microsoft.com/office/drawing/2014/main" val="1744249794"/>
                    </a:ext>
                  </a:extLst>
                </a:gridCol>
                <a:gridCol w="3865881">
                  <a:extLst>
                    <a:ext uri="{9D8B030D-6E8A-4147-A177-3AD203B41FA5}">
                      <a16:colId xmlns:a16="http://schemas.microsoft.com/office/drawing/2014/main" val="1409246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Component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Technology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7943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Programming Language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Python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9125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GUI Framework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Tkinter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125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Keyboard Listener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Pynput</a:t>
                      </a:r>
                      <a:r>
                        <a:rPr lang="en-IN" dirty="0"/>
                        <a:t> library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1618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 Storage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JSON (</a:t>
                      </a:r>
                      <a:r>
                        <a:rPr lang="fr-FR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logs.json</a:t>
                      </a:r>
                      <a:r>
                        <a:rPr lang="fr-FR" dirty="0"/>
                        <a:t>) + Plain </a:t>
                      </a:r>
                      <a:r>
                        <a:rPr lang="fr-FR" dirty="0" err="1"/>
                        <a:t>Text</a:t>
                      </a:r>
                      <a:r>
                        <a:rPr lang="fr-FR" dirty="0"/>
                        <a:t> (</a:t>
                      </a:r>
                      <a:r>
                        <a:rPr lang="fr-F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logs.txt</a:t>
                      </a:r>
                      <a:r>
                        <a:rPr lang="fr-FR" dirty="0"/>
                        <a:t>)</a:t>
                      </a:r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6495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IDE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Python IDLE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87869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/>
                        <a:t>OS Platform</a:t>
                      </a:r>
                      <a:endParaRPr lang="en-IN" dirty="0"/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Windows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103446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72B456-4121-9034-8BAE-7AEAEFC9F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152" y="2400970"/>
            <a:ext cx="7830643" cy="143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6EBB3-F7EF-B4E9-6B40-205DD8874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B530FE-82D2-A115-1DCB-EB2513F194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E41AF0B-EFD5-CA86-99AD-1243F568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759A212-DB7A-F138-CE7C-744A27019283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FB232392-E879-668B-8A8F-EBEAA3054FC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F98DFE6-5ACF-ED34-69FE-54391F549FD6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3F9FA7-F8AE-BB9C-CA36-A72B7BAD5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79" y="0"/>
            <a:ext cx="5114441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9E50C5-C6EC-F867-2CEF-9050A301690D}"/>
              </a:ext>
            </a:extLst>
          </p:cNvPr>
          <p:cNvSpPr txBox="1"/>
          <p:nvPr/>
        </p:nvSpPr>
        <p:spPr>
          <a:xfrm>
            <a:off x="1432560" y="1178851"/>
            <a:ext cx="222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CODE</a:t>
            </a:r>
          </a:p>
        </p:txBody>
      </p:sp>
    </p:spTree>
    <p:extLst>
      <p:ext uri="{BB962C8B-B14F-4D97-AF65-F5344CB8AC3E}">
        <p14:creationId xmlns:p14="http://schemas.microsoft.com/office/powerpoint/2010/main" val="1037570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00145-6A74-088A-7397-AED358EB7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355AF9-AD86-7860-F177-20A9062D554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04BB73C-5431-10D9-A517-D456280F3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90697ED-2057-993D-4E01-B5289EE1C1F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4A2FC525-B46D-6311-DFFB-7803298890C3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3F3108D-DFDB-C25B-F3AE-EFA9F0D7C40D}"/>
              </a:ext>
            </a:extLst>
          </p:cNvPr>
          <p:cNvSpPr txBox="1">
            <a:spLocks/>
          </p:cNvSpPr>
          <p:nvPr/>
        </p:nvSpPr>
        <p:spPr>
          <a:xfrm>
            <a:off x="422958" y="6152941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400" b="0" u="sng" dirty="0">
                <a:solidFill>
                  <a:srgbClr val="0070C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sz="2400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B0434B-4A5F-5BB8-8962-A8A2CAF183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780" y="1275371"/>
            <a:ext cx="9502397" cy="494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367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AD3F8-E4AE-24CF-6B4E-EAC2115CE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E1A2B7-1EFE-686D-CBCC-128F0247A5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4F680CE-3892-DE90-5BA1-7CEF65A46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6A24C39-56E6-CAE2-FCB4-38AF9C277680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96EFEBF-1E04-B965-8CF9-EC01923E22B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54F04731-F1CC-3A88-09F8-313F5636AEA0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>
                <a:hlinkClick r:id="rId3"/>
              </a:rPr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/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47437B-5331-47C7-1A21-EB96A0D33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05264"/>
            <a:ext cx="12192000" cy="12706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038FA8-927A-64A5-488A-E45DE67D0D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805819"/>
            <a:ext cx="12192000" cy="31766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9BD377-7B6C-58F2-AAE3-BF5642B0200A}"/>
              </a:ext>
            </a:extLst>
          </p:cNvPr>
          <p:cNvSpPr txBox="1"/>
          <p:nvPr/>
        </p:nvSpPr>
        <p:spPr>
          <a:xfrm>
            <a:off x="5636935" y="915818"/>
            <a:ext cx="314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36637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00" y="2723220"/>
            <a:ext cx="11340000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80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purl.org/dc/dcmitype/"/>
    <ds:schemaRef ds:uri="16c05727-aa75-4e4a-9b5f-8a80a1165891"/>
    <ds:schemaRef ds:uri="http://purl.org/dc/elements/1.1/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terms/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574</TotalTime>
  <Words>302</Words>
  <Application>Microsoft Office PowerPoint</Application>
  <PresentationFormat>Widescreen</PresentationFormat>
  <Paragraphs>43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Project Title - Keystroke Logging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ARJUN THATIKONDA</cp:lastModifiedBy>
  <cp:revision>73</cp:revision>
  <cp:lastPrinted>2026-03-31T17:07:45Z</cp:lastPrinted>
  <dcterms:created xsi:type="dcterms:W3CDTF">2021-07-11T13:13:15Z</dcterms:created>
  <dcterms:modified xsi:type="dcterms:W3CDTF">2026-03-31T17:18:55Z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